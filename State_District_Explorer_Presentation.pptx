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State &amp; District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4A3B8"/>
                </a:solidFill>
              </a:defRPr>
            </a:pPr>
            <a:r>
              <a:t>A Web-Based Tool to Explore Districts of Indian States &amp; Union Territories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657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Presented By</a:t>
            </a:r>
          </a:p>
          <a:p>
            <a:pPr algn="ctr">
              <a:defRPr sz="2800" b="1">
                <a:solidFill>
                  <a:srgbClr val="6366F1"/>
                </a:solidFill>
              </a:defRPr>
            </a:pPr>
            <a:r>
              <a:t>Harshit  &amp;  Golu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Maa Bharti PG College  •  BCA  •  2025-26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Overview of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01   </a:t>
            </a:r>
            <a:r>
              <a:rPr sz="1800">
                <a:solidFill>
                  <a:srgbClr val="F8FAFC"/>
                </a:solidFill>
              </a:rPr>
              <a:t>Introduction</a:t>
            </a:r>
            <a:r>
              <a:rPr sz="1200">
                <a:solidFill>
                  <a:srgbClr val="94A3B8"/>
                </a:solidFill>
              </a:rPr>
              <a:t>   —  Project ka overview aur uddeshya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02   </a:t>
            </a:r>
            <a:r>
              <a:rPr sz="1800">
                <a:solidFill>
                  <a:srgbClr val="F8FAFC"/>
                </a:solidFill>
              </a:rPr>
              <a:t>Problem Statement</a:t>
            </a:r>
            <a:r>
              <a:rPr sz="1200">
                <a:solidFill>
                  <a:srgbClr val="94A3B8"/>
                </a:solidFill>
              </a:rPr>
              <a:t>   —  Kya problem solve kar rahe 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03   </a:t>
            </a:r>
            <a:r>
              <a:rPr sz="1800">
                <a:solidFill>
                  <a:srgbClr val="F8FAFC"/>
                </a:solidFill>
              </a:rPr>
              <a:t>Key Features</a:t>
            </a:r>
            <a:r>
              <a:rPr sz="1200">
                <a:solidFill>
                  <a:srgbClr val="94A3B8"/>
                </a:solidFill>
              </a:rPr>
              <a:t>   —  Project ki main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803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04   </a:t>
            </a:r>
            <a:r>
              <a:rPr sz="1800">
                <a:solidFill>
                  <a:srgbClr val="F8FAFC"/>
                </a:solidFill>
              </a:rPr>
              <a:t>Technology Stack</a:t>
            </a:r>
            <a:r>
              <a:rPr sz="1200">
                <a:solidFill>
                  <a:srgbClr val="94A3B8"/>
                </a:solidFill>
              </a:rPr>
              <a:t>   —  Kaunsi technologies use hui 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05   </a:t>
            </a:r>
            <a:r>
              <a:rPr sz="1800">
                <a:solidFill>
                  <a:srgbClr val="F8FAFC"/>
                </a:solidFill>
              </a:rPr>
              <a:t>Project Structure</a:t>
            </a:r>
            <a:r>
              <a:rPr sz="1200">
                <a:solidFill>
                  <a:srgbClr val="94A3B8"/>
                </a:solidFill>
              </a:rPr>
              <a:t>   —  Files aur folders ka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06   </a:t>
            </a:r>
            <a:r>
              <a:rPr sz="1800">
                <a:solidFill>
                  <a:srgbClr val="F8FAFC"/>
                </a:solidFill>
              </a:rPr>
              <a:t>System Architecture</a:t>
            </a:r>
            <a:r>
              <a:rPr sz="1200">
                <a:solidFill>
                  <a:srgbClr val="94A3B8"/>
                </a:solidFill>
              </a:rPr>
              <a:t>   —  Project kaise kaam karta hai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07   </a:t>
            </a:r>
            <a:r>
              <a:rPr sz="1800">
                <a:solidFill>
                  <a:srgbClr val="F8FAFC"/>
                </a:solidFill>
              </a:rPr>
              <a:t>Code Walkthrough</a:t>
            </a:r>
            <a:r>
              <a:rPr sz="1200">
                <a:solidFill>
                  <a:srgbClr val="94A3B8"/>
                </a:solidFill>
              </a:rPr>
              <a:t>   —  Important code snippets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177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08   </a:t>
            </a:r>
            <a:r>
              <a:rPr sz="1800">
                <a:solidFill>
                  <a:srgbClr val="F8FAFC"/>
                </a:solidFill>
              </a:rPr>
              <a:t>Output / Demo</a:t>
            </a:r>
            <a:r>
              <a:rPr sz="1200">
                <a:solidFill>
                  <a:srgbClr val="94A3B8"/>
                </a:solidFill>
              </a:rPr>
              <a:t>   —  Project ka final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09   </a:t>
            </a:r>
            <a:r>
              <a:rPr sz="1800">
                <a:solidFill>
                  <a:srgbClr val="F8FAFC"/>
                </a:solidFill>
              </a:rPr>
              <a:t>Future Scope</a:t>
            </a:r>
            <a:r>
              <a:rPr sz="1200">
                <a:solidFill>
                  <a:srgbClr val="94A3B8"/>
                </a:solidFill>
              </a:rPr>
              <a:t>   —  Aage kya improvements ho sakti 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864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10   </a:t>
            </a:r>
            <a:r>
              <a:rPr sz="1800">
                <a:solidFill>
                  <a:srgbClr val="F8FAFC"/>
                </a:solidFill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Project ka parichay aur uddeshya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6366F1"/>
                </a:solidFill>
              </a:defRPr>
            </a:pPr>
            <a:r>
              <a:t>🔍  What is this Project?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State &amp; District Explorer ek web-based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application hai jo users ko India ke kisi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bhi state ke saare districts instantly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search karne ki suvidha deta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A855F7"/>
                </a:solidFill>
              </a:defRPr>
            </a:pPr>
            <a:r>
              <a:t>💡  Why was it built?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India mein 700+ districts hain aur unhe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yaad rakhna mushkil hai. Yeh tool ek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fast, offline-capable directory provide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karta hai bina kisi complex database 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789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🎯  Project Objective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Indian states aur union territories ke districts ko ek jagah available karna.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User-friendly web interface banana jo mobile aur desktop dono par kaam kare.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Python aur Web Technologies ka practical implementation seekhna aur dikhana.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JSON data format ka real-world use case demonstrate karna.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Yeh project kyun zaroori hai?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105156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F87171"/>
                </a:solidFill>
              </a:defRPr>
            </a:pPr>
            <a:r>
              <a:t>❌  Manual Search is Slow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Har baar Google par state ke districts search karna time-consuming hai aur internet zaroori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105156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FB923C"/>
                </a:solidFill>
              </a:defRPr>
            </a:pPr>
            <a:r>
              <a:t>❌  No Single Offline Source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Koi aisi simple tool nahi thi jo bina internet ke saare districts ek jagah dikha sake.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105156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✅  Our Solution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Ek lightweight web app jo locally run hota hai, instantly search results deta hai, aur kisi bhi internet connection ki zaroorat nahi.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Project ki mukhya visheshatayen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22D3EE"/>
                </a:solidFill>
              </a:defRPr>
            </a:pPr>
            <a:r>
              <a:t>⚡  Instant Search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State ka naam type karte hi</a:t>
            </a:r>
            <a:br/>
            <a:r>
              <a:t>districts turant screen par</a:t>
            </a:r>
            <a:br/>
            <a:r>
              <a:t>aate hain, koi delay nahi.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10312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A855F7"/>
                </a:solidFill>
              </a:defRPr>
            </a:pPr>
            <a:r>
              <a:t>🎨  Modern Dark UI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Glassmorphism effects,</a:t>
            </a:r>
            <a:br/>
            <a:r>
              <a:t>smooth animations aur</a:t>
            </a:r>
            <a:br/>
            <a:r>
              <a:t>responsive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10312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📱  Dual Mode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Web Mode (Browser) aur</a:t>
            </a:r>
            <a:br/>
            <a:r>
              <a:t>Terminal Mode (CLI) dono</a:t>
            </a:r>
            <a:br/>
            <a:r>
              <a:t>mein kaam karta hai.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210312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FB923C"/>
                </a:solidFill>
              </a:defRPr>
            </a:pPr>
            <a:r>
              <a:t>🔒  Offline Capable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Ek baar run karne ke baad</a:t>
            </a:r>
            <a:br/>
            <a:r>
              <a:t>internet ki zaroorat nahi,</a:t>
            </a:r>
            <a:br/>
            <a:r>
              <a:t>sab local data se chalta hai.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Project mein use hui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</a:defRPr>
            </a:pPr>
            <a:r>
              <a:t>▸ 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3035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6366F1"/>
                </a:solidFill>
              </a:defRPr>
            </a:pPr>
            <a:r>
              <a:t>HTML5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Web page ka structure aur layout define karta 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40"/>
            <a:ext cx="53035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6366F1"/>
                </a:solidFill>
              </a:defRPr>
            </a:pPr>
            <a:r>
              <a:t>CSS3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Styling, animations, glassmorphism effects ke liye.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53035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6366F1"/>
                </a:solidFill>
              </a:defRPr>
            </a:pPr>
            <a:r>
              <a:t>JavaScript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Search logic, DOM manipulation, aur data fetching.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▸ 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43200"/>
            <a:ext cx="53035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Python 3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Local HTTP server host karne ke liye (http.server module).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977640"/>
            <a:ext cx="53035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JSON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States aur districts ka data store karne ke liye lightweight format.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Files aur unka kaam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6366F1"/>
                </a:solidFill>
              </a:defRPr>
            </a:pPr>
            <a:r>
              <a:t>📄  index.html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Main web page — UI design,</a:t>
            </a:r>
            <a:br/>
            <a:r>
              <a:t>search box, aur JavaScript logic</a:t>
            </a:r>
            <a:br/>
            <a:r>
              <a:t>sab isi file mein hai. (8 KB)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🗂  states-and-districts.json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Data file — India ke saare states</a:t>
            </a:r>
            <a:br/>
            <a:r>
              <a:t>aur unke districts ka data JSON</a:t>
            </a:r>
            <a:br/>
            <a:r>
              <a:t>format mein store hai. (13 KB)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FB923C"/>
                </a:solidFill>
              </a:defRPr>
            </a:pPr>
            <a:r>
              <a:t>⚙  server.py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Python script — Ek local web</a:t>
            </a:r>
            <a:br/>
            <a:r>
              <a:t>server banata hai port 5000 par</a:t>
            </a:r>
            <a:br/>
            <a:r>
              <a:t>taaki webpage browser mein chale.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22D3EE"/>
                </a:solidFill>
              </a:defRPr>
            </a:pPr>
            <a:r>
              <a:t>💻  data.py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CLI script — Terminal se seedha</a:t>
            </a:r>
            <a:br/>
            <a:r>
              <a:t>state search karne ke liye.</a:t>
            </a:r>
            <a:br/>
            <a:r>
              <a:t>Bina browser ke kaam karta hai.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How It Works?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System Architecture aur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10972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Step 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474720"/>
            <a:ext cx="45720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265176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6366F1"/>
                </a:solidFill>
              </a:defRPr>
            </a:pPr>
            <a:r>
              <a:t>Server Start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python server.py</a:t>
            </a:r>
            <a:br/>
            <a:r>
              <a:t>command se local HTTP</a:t>
            </a:r>
            <a:br/>
            <a:r>
              <a:t>server port 5000 par</a:t>
            </a:r>
            <a:br/>
            <a:r>
              <a:t>start hota hai.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1097280" cy="4114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Step 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80760" y="3474720"/>
            <a:ext cx="45720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560320"/>
            <a:ext cx="265176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A855F7"/>
                </a:solidFill>
              </a:defRPr>
            </a:pPr>
            <a:r>
              <a:t>Page Load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Browser mein localhost:5000</a:t>
            </a:r>
            <a:br/>
            <a:r>
              <a:t>kholne par index.html load</a:t>
            </a:r>
            <a:br/>
            <a:r>
              <a:t>hota hai aur fetch() se</a:t>
            </a:r>
            <a:br/>
            <a:r>
              <a:t>JSON data read hota hai.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011680"/>
            <a:ext cx="109728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Step 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06840" y="3474720"/>
            <a:ext cx="45720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265176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User Search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User search box mein</a:t>
            </a:r>
            <a:br/>
            <a:r>
              <a:t>state ka naam type</a:t>
            </a:r>
            <a:br/>
            <a:r>
              <a:t>karta hai aur Search</a:t>
            </a:r>
            <a:br/>
            <a:r>
              <a:t>button click karta hai.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2011680"/>
            <a:ext cx="109728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Step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560320"/>
            <a:ext cx="265176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FB923C"/>
                </a:solidFill>
              </a:defRPr>
            </a:pPr>
            <a:r>
              <a:t>Show Results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JavaScript JSON data</a:t>
            </a:r>
            <a:br/>
            <a:r>
              <a:t>mein match dhoondh kar</a:t>
            </a:r>
            <a:br/>
            <a:r>
              <a:t>districts ki list screen</a:t>
            </a:r>
            <a:br/>
            <a:r>
              <a:t>par animate karke dikhata hai.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Code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Important code snippets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▸  server.py  —  Local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30352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spcAft>
                <a:spcPts val="200"/>
              </a:spcAft>
              <a:defRPr sz="1300">
                <a:solidFill>
                  <a:srgbClr val="BEF264"/>
                </a:solidFill>
                <a:latin typeface="Consolas"/>
              </a:defRPr>
            </a:pPr>
            <a:r>
              <a:t>import http.server</a:t>
            </a:r>
          </a:p>
          <a:p>
            <a:pPr>
              <a:spcAft>
                <a:spcPts val="200"/>
              </a:spcAft>
              <a:defRPr sz="1300">
                <a:solidFill>
                  <a:srgbClr val="BEF264"/>
                </a:solidFill>
                <a:latin typeface="Consolas"/>
              </a:defRPr>
            </a:pPr>
            <a:r>
              <a:t>import socketserver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PORT = 5000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with socketserver.TCPServer(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("", PORT),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http.server.SimpleHTTPRequestHandler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) as server: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print(f"Server started at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    http://localhost:{PORT}")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server.serve_forever()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▸  index.html  —  Search Logic (JS)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30352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spcAft>
                <a:spcPts val="200"/>
              </a:spcAft>
              <a:defRPr sz="1300">
                <a:solidFill>
                  <a:srgbClr val="94A3B8"/>
                </a:solidFill>
                <a:latin typeface="Consolas"/>
              </a:defRPr>
            </a:pPr>
            <a:r>
              <a:t>// JSON data load karna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fetch('states-and-districts.json')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.then(res =&gt; res.json())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.then(data =&gt;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statesData = data.states;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Consolas"/>
              </a:defRPr>
            </a:pPr>
            <a:r>
              <a:t>// Search function</a:t>
            </a:r>
          </a:p>
          <a:p>
            <a:pPr>
              <a:spcAft>
                <a:spcPts val="200"/>
              </a:spcAft>
              <a:defRPr sz="1300">
                <a:solidFill>
                  <a:srgbClr val="7DD3FC"/>
                </a:solidFill>
                <a:latin typeface="Consolas"/>
              </a:defRPr>
            </a:pPr>
            <a:r>
              <a:t>function performSearch() {</a:t>
            </a:r>
          </a:p>
          <a:p>
            <a:pPr>
              <a:spcAft>
                <a:spcPts val="200"/>
              </a:spcAft>
              <a:defRPr sz="1300">
                <a:solidFill>
                  <a:srgbClr val="7DD3FC"/>
                </a:solidFill>
                <a:latin typeface="Consolas"/>
              </a:defRPr>
            </a:pPr>
            <a:r>
              <a:t>  const query = searchInput.value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.trim().toLowerCase();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DD3FC"/>
                </a:solidFill>
                <a:latin typeface="Consolas"/>
              </a:defRPr>
            </a:pPr>
            <a:r>
              <a:t>  const found = statesData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.find(s =&gt;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  s.state.toLowerCase() === query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Output /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Project ka final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6366F1"/>
                </a:solidFill>
              </a:defRPr>
            </a:pPr>
            <a:r>
              <a:t>🌐  Web Output (Browser)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Browser mein http://localhost:5000 kholne par: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Ek dark-themed search interface dikhta hai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Search box mein state naam type karein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Districts animated list mein dikhte hain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Har district left-border highlight ke saath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Total districts ka count bhi dikhta hai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✦  Hover effects aur smooth transitions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30352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💻  Terminal Output (CLI)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python data.py chalane par: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Enter State Name: Maharashtra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Districts of Maharashtra: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1: Ahmednagar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2: Akola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3: Amravati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4: Aurangabad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... aur baaki saare districts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Aage ki improvements aur possibilities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6366F1"/>
                </a:solidFill>
              </a:defRPr>
            </a:pPr>
            <a:r>
              <a:t>🗺️  Map Integration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Interactive India map add karna jisme</a:t>
            </a:r>
            <a:br/>
            <a:r>
              <a:t>click karne par state highlight ho aur</a:t>
            </a:r>
            <a:br/>
            <a:r>
              <a:t>uske districts dikhe.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34D399"/>
                </a:solidFill>
              </a:defRPr>
            </a:pPr>
            <a:r>
              <a:t>📊  More Data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Har district ka population, area,</a:t>
            </a:r>
            <a:br/>
            <a:r>
              <a:t>language, aur literacy rate jaisi</a:t>
            </a:r>
            <a:br/>
            <a:r>
              <a:t>aur information add karna.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FB923C"/>
                </a:solidFill>
              </a:defRPr>
            </a:pPr>
            <a:r>
              <a:t>🔎  Auto-Suggest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Search box mein type karte waqt</a:t>
            </a:r>
            <a:br/>
            <a:r>
              <a:t>automatically state names suggest</a:t>
            </a:r>
            <a:br/>
            <a:r>
              <a:t>hone chahiye (autocomplete feature).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22D3EE"/>
                </a:solidFill>
              </a:defRPr>
            </a:pPr>
            <a:r>
              <a:t>📱  Mobile App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Is project ko ek Android/iOS app</a:t>
            </a:r>
            <a:br/>
            <a:r>
              <a:t>mein convert karna taaki log</a:t>
            </a:r>
            <a:br/>
            <a:r>
              <a:t>apne phone par bhi use kar sakein.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3657600"/>
            <a:ext cx="6400800" cy="6400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Questions &amp; Feedback are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11480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</a:defRPr>
            </a:pPr>
            <a:r>
              <a:t>Harshit  &amp;  Golu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Maa Bharti PG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