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8FAFC"/>
                </a:solidFill>
              </a:defRPr>
            </a:pPr>
            <a:r>
              <a:t>State &amp; District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A Simple Web Tool to Search Districts of Any Indian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840480"/>
            <a:ext cx="3657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Presented By</a:t>
            </a:r>
          </a:p>
          <a:p>
            <a:pPr algn="ctr">
              <a:defRPr sz="2800" b="1">
                <a:solidFill>
                  <a:srgbClr val="6366F1"/>
                </a:solidFill>
              </a:defRPr>
            </a:pPr>
            <a:r>
              <a:t>Harshit  &amp;  Golu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Maa Bharti PG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What is This Project?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Yeh project kya kaam karta hai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2200" b="1">
                <a:solidFill>
                  <a:srgbClr val="6366F1"/>
                </a:solidFill>
              </a:defRPr>
            </a:pPr>
            <a:r>
              <a:t>State &amp; District Finder</a:t>
            </a:r>
          </a:p>
          <a:p>
            <a:pPr>
              <a:spcAft>
                <a:spcPts val="400"/>
              </a:spcAft>
              <a:defRPr sz="8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F8FAFC"/>
                </a:solidFill>
              </a:defRPr>
            </a:pPr>
            <a:r>
              <a:t>Yeh ek simple web application hai jisme aap kisi bhi Indian state</a:t>
            </a:r>
          </a:p>
          <a:p>
            <a:pPr>
              <a:spcAft>
                <a:spcPts val="400"/>
              </a:spcAft>
              <a:defRPr sz="1600" b="0">
                <a:solidFill>
                  <a:srgbClr val="F8FAFC"/>
                </a:solidFill>
              </a:defRPr>
            </a:pPr>
            <a:r>
              <a:t>ka naam search karte hain aur uske saare districts turant dikhai dete hain.</a:t>
            </a:r>
          </a:p>
          <a:p>
            <a:pPr>
              <a:spcAft>
                <a:spcPts val="400"/>
              </a:spcAft>
              <a:defRPr sz="8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B923C"/>
                </a:solidFill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500" b="0">
                <a:solidFill>
                  <a:srgbClr val="F8FAFC"/>
                </a:solidFill>
              </a:defRPr>
            </a:pPr>
            <a:r>
              <a:t>Agar aap search box mein 'Maharashtra' likhte hain</a:t>
            </a:r>
          </a:p>
          <a:p>
            <a:pPr>
              <a:spcAft>
                <a:spcPts val="400"/>
              </a:spcAft>
              <a:defRPr sz="1500" b="0">
                <a:solidFill>
                  <a:srgbClr val="F8FAFC"/>
                </a:solidFill>
              </a:defRPr>
            </a:pPr>
            <a:r>
              <a:t>toh screen par Ahmednagar, Akola, Amravati... saare districts aa jayenge.</a:t>
            </a:r>
          </a:p>
          <a:p>
            <a:pPr>
              <a:spcAft>
                <a:spcPts val="400"/>
              </a:spcAft>
              <a:defRPr sz="8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94A3B8"/>
                </a:solidFill>
              </a:defRPr>
            </a:pPr>
            <a:r>
              <a:t>Yeh project bina internet ke bhi kaam karta hai kyunki sara data</a:t>
            </a:r>
          </a:p>
          <a:p>
            <a:pPr>
              <a:spcAft>
                <a:spcPts val="400"/>
              </a:spcAft>
              <a:defRPr sz="1500" b="0">
                <a:solidFill>
                  <a:srgbClr val="94A3B8"/>
                </a:solidFill>
              </a:defRPr>
            </a:pPr>
            <a:r>
              <a:t>locally (JSON file mein) stored hai.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Project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Is project mein kaun kaun si files 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6366F1"/>
                </a:solidFill>
              </a:defRPr>
            </a:pPr>
            <a:r>
              <a:t>index.html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F8FAFC"/>
                </a:solidFill>
              </a:defRPr>
            </a:pPr>
            <a:r>
              <a:t>Main web page — Design + Search logic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Yeh file browser mein khulti hai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34D399"/>
                </a:solidFill>
              </a:defRPr>
            </a:pPr>
            <a:r>
              <a:t>states-and-districts.json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F8FAFC"/>
                </a:solidFill>
              </a:defRPr>
            </a:pPr>
            <a:r>
              <a:t>Data file — Saare states aur districts ka data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Yeh file data store karti hai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3035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FB923C"/>
                </a:solidFill>
              </a:defRPr>
            </a:pPr>
            <a:r>
              <a:t>server.py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F8FAFC"/>
                </a:solidFill>
              </a:defRPr>
            </a:pPr>
            <a:r>
              <a:t>Python server — Website ko locally host karta hai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Yeh file server chalati hai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06240"/>
            <a:ext cx="53035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22D3EE"/>
                </a:solidFill>
              </a:defRPr>
            </a:pPr>
            <a:r>
              <a:t>data.py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F8FAFC"/>
                </a:solidFill>
              </a:defRPr>
            </a:pPr>
            <a:r>
              <a:t>Terminal script — Bina browser ke search karo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Yeh file terminal mein chalti hai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Code Mein Kya Use Hua? (Part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HTML &amp; CSS — Design ke liye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6366F1"/>
                </a:solidFill>
              </a:defRPr>
            </a:pPr>
            <a:r>
              <a:t>HTML (HyperText Markup Language)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B923C"/>
                </a:solidFill>
              </a:defRPr>
            </a:pPr>
            <a:r>
              <a:t>Kya kaam karta hai?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Web page ka structure banata hai — jaise search box,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button, heading, aur results area.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34D399"/>
                </a:solidFill>
              </a:defRPr>
            </a:pPr>
            <a:r>
              <a:t>Kyun use kiya?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Browser sirf HTML samajhta hai. Bina HTML ke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koi bhi web page nahi ban sakta. Yeh har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website ki buniyad (foundation) hai.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2D3EE"/>
                </a:solidFill>
              </a:defRPr>
            </a:pPr>
            <a:r>
              <a:t>Project mein kahan use hua?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index.html file mein — search box, button, aur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results dikhane ke liye.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3035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A855F7"/>
                </a:solidFill>
              </a:defRPr>
            </a:pPr>
            <a:r>
              <a:t>CSS (Cascading Style Sheets)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B923C"/>
                </a:solidFill>
              </a:defRPr>
            </a:pPr>
            <a:r>
              <a:t>Kya kaam karta hai?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Web page ko sundar banata hai — colors, fonts,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spacing, animations sab CSS se hota hai.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34D399"/>
                </a:solidFill>
              </a:defRPr>
            </a:pPr>
            <a:r>
              <a:t>Kyun use kiya?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Bina CSS ke page boring aur plain dikhta hai.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CSS se dark theme, glow effects, hover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animations aur rounded cards banayi hain.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2D3EE"/>
                </a:solidFill>
              </a:defRPr>
            </a:pPr>
            <a:r>
              <a:t>Project mein kahan use hua?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index.html ke andar &lt;style&gt; tag mein —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background, button design, search box styling.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Code Mein Kya Use Hua? (Part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JavaScript — Search Logic ke liye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899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6366F1"/>
                </a:solidFill>
              </a:defRPr>
            </a:pPr>
            <a:r>
              <a:t>JavaScript (JS)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Kya kaam karta hai?  Web page ko interactive banata hai. Jab user button click kare ya kuch type kare, tab page react kare.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Kyun use kiya?  HTML sirf dikhata hai, CSS sirf sajata hai — lekin kaam JavaScript karta hai. Search, data load, results dikhana — sab JS se hota hai.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303520" cy="228600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1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// JSON file se data load karna</a:t>
            </a:r>
          </a:p>
          <a:p>
            <a:pPr>
              <a:spcAft>
                <a:spcPts val="100"/>
              </a:spcAft>
              <a:defRPr sz="1200">
                <a:solidFill>
                  <a:srgbClr val="F8FAFC"/>
                </a:solidFill>
                <a:latin typeface="Consolas"/>
              </a:defRPr>
            </a:pPr>
            <a:r>
              <a:t>fetch('states-and-districts.json')</a:t>
            </a:r>
          </a:p>
          <a:p>
            <a:pPr>
              <a:spcAft>
                <a:spcPts val="100"/>
              </a:spcAft>
              <a:defRPr sz="1200">
                <a:solidFill>
                  <a:srgbClr val="F8FAFC"/>
                </a:solidFill>
                <a:latin typeface="Consolas"/>
              </a:defRPr>
            </a:pPr>
            <a:r>
              <a:t>  .then(res =&gt; res.json())</a:t>
            </a:r>
          </a:p>
          <a:p>
            <a:pPr>
              <a:spcAft>
                <a:spcPts val="100"/>
              </a:spcAft>
              <a:defRPr sz="1200">
                <a:solidFill>
                  <a:srgbClr val="F8FAFC"/>
                </a:solidFill>
                <a:latin typeface="Consolas"/>
              </a:defRPr>
            </a:pPr>
            <a:r>
              <a:t>  .then(data =&gt; {</a:t>
            </a:r>
          </a:p>
          <a:p>
            <a:pPr>
              <a:spcAft>
                <a:spcPts val="100"/>
              </a:spcAft>
              <a:defRPr sz="1200">
                <a:solidFill>
                  <a:srgbClr val="BEF264"/>
                </a:solidFill>
                <a:latin typeface="Consolas"/>
              </a:defRPr>
            </a:pPr>
            <a:r>
              <a:t>    statesData = data.states;</a:t>
            </a:r>
          </a:p>
          <a:p>
            <a:pPr>
              <a:spcAft>
                <a:spcPts val="100"/>
              </a:spcAft>
              <a:defRPr sz="1200">
                <a:solidFill>
                  <a:srgbClr val="F8FAFC"/>
                </a:solidFill>
                <a:latin typeface="Consolas"/>
              </a:defRPr>
            </a:pPr>
            <a:r>
              <a:t>  });</a:t>
            </a:r>
          </a:p>
          <a:p>
            <a:pPr>
              <a:spcAft>
                <a:spcPts val="100"/>
              </a:spcAft>
              <a:defRPr sz="120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// User ki search handle karna</a:t>
            </a:r>
          </a:p>
          <a:p>
            <a:pPr>
              <a:spcAft>
                <a:spcPts val="100"/>
              </a:spcAft>
              <a:defRPr sz="1200">
                <a:solidFill>
                  <a:srgbClr val="F8FAFC"/>
                </a:solidFill>
                <a:latin typeface="Consolas"/>
              </a:defRPr>
            </a:pPr>
            <a:r>
              <a:t>const found = statesData.find(</a:t>
            </a:r>
          </a:p>
          <a:p>
            <a:pPr>
              <a:spcAft>
                <a:spcPts val="100"/>
              </a:spcAft>
              <a:defRPr sz="1200">
                <a:solidFill>
                  <a:srgbClr val="BEF264"/>
                </a:solidFill>
                <a:latin typeface="Consolas"/>
              </a:defRPr>
            </a:pPr>
            <a:r>
              <a:t>  s =&gt; s.state.toLowerCase() === query</a:t>
            </a:r>
          </a:p>
          <a:p>
            <a:pPr>
              <a:spcAft>
                <a:spcPts val="100"/>
              </a:spcAft>
              <a:defRPr sz="1200">
                <a:solidFill>
                  <a:srgbClr val="F8FAFC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</a:defRPr>
            </a:pPr>
            <a:r>
              <a:t>Code Example: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114800"/>
            <a:ext cx="53035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6366F1"/>
                </a:solidFill>
              </a:defRPr>
            </a:pPr>
            <a:r>
              <a:t>JS Project Mein Kya Karta Hai?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1. fetch() se JSON file ka data load karta hai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2. User jo state name type kare usse match karta hai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3. Match milne par districts ki list banata hai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4. Har district ko animation ke saath dikhata hai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5. Agar state na mile toh error message dikhata hai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34D399"/>
                </a:solidFill>
              </a:defRPr>
            </a:pPr>
            <a:r>
              <a:t>Yeh sab bina page reload kiye hota hai!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Code Mein Kya Use Hua? (Part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Python — Server &amp; Terminal ke liye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FB923C"/>
                </a:solidFill>
              </a:defRPr>
            </a:pPr>
            <a:r>
              <a:t>server.py  (Python)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6366F1"/>
                </a:solidFill>
              </a:defRPr>
            </a:pPr>
            <a:r>
              <a:t>Kya kaam karta hai?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Ek local web server banata hai taaki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index.html browser mein sahi se chale.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34D399"/>
                </a:solidFill>
              </a:defRPr>
            </a:pPr>
            <a:r>
              <a:t>Kyun zaroori hai?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Agar hum index.html ko seedha double-click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karke kholein, toh browser JSON file ko load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nahi karne deta (security reason). Isliye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humein ek server chahiye jo files serve kare.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2D3EE"/>
                </a:solidFill>
              </a:defRPr>
            </a:pPr>
            <a:r>
              <a:t>Python Modules Used: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http.server — web pages serve karne ke liye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socketserver — network connection handle karne ke liye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2000" b="1">
                <a:solidFill>
                  <a:srgbClr val="22D3EE"/>
                </a:solidFill>
              </a:defRPr>
            </a:pPr>
            <a:r>
              <a:t>data.py  (Python)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6366F1"/>
                </a:solidFill>
              </a:defRPr>
            </a:pPr>
            <a:r>
              <a:t>Kya kaam karta hai?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Terminal/Command Prompt mein state search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karne deta hai — bina browser khole.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34D399"/>
                </a:solidFill>
              </a:defRPr>
            </a:pPr>
            <a:r>
              <a:t>Kyun banaya?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Kabhi kabhi browser kholna zaroori nahi hota.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Developer ya quick user terminal se seedha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state ka naam type karke districts dekh sakte hain.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FB923C"/>
                </a:solidFill>
              </a:defRPr>
            </a:pPr>
            <a:r>
              <a:t>Python Modules Used: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json — JSON file ko read karne ke liye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input() — User se state naam lene ke liye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for loop — Districts print karne ke liye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JSON Data File — Kyun Use Kiya?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states-and-districts.json ka role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34D399"/>
                </a:solidFill>
              </a:defRPr>
            </a:pPr>
            <a:r>
              <a:t>JSON (JavaScript Object Notation)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Yeh ek lightweight data format hai jo human-readable hai.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Is project mein saare states aur districts ka data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isi file mein stored hai — total 13 KB ka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FB923C"/>
                </a:solidFill>
              </a:defRPr>
            </a:pPr>
            <a:r>
              <a:t>Database kyun nahi use kiya?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Is project mein data chota aur fixed hai (states change nahi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hote). Isliye MySQL ya MongoDB jaisa heavy database lagana</a:t>
            </a: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zaroori nahi tha. JSON simple aur fast hai.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789920" cy="228600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1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{ "states": [</a:t>
            </a:r>
          </a:p>
          <a:p>
            <a:pPr>
              <a:spcAft>
                <a:spcPts val="1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100"/>
              </a:spcAft>
              <a:defRPr sz="1300">
                <a:solidFill>
                  <a:srgbClr val="BEF264"/>
                </a:solidFill>
                <a:latin typeface="Consolas"/>
              </a:defRPr>
            </a:pPr>
            <a:r>
              <a:t>      "state": "Goa",</a:t>
            </a:r>
          </a:p>
          <a:p>
            <a:pPr>
              <a:spcAft>
                <a:spcPts val="1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    "districts": [</a:t>
            </a:r>
          </a:p>
          <a:p>
            <a:pPr>
              <a:spcAft>
                <a:spcPts val="100"/>
              </a:spcAft>
              <a:defRPr sz="1300">
                <a:solidFill>
                  <a:srgbClr val="7DD3FC"/>
                </a:solidFill>
                <a:latin typeface="Consolas"/>
              </a:defRPr>
            </a:pPr>
            <a:r>
              <a:t>          "North Goa",</a:t>
            </a:r>
          </a:p>
          <a:p>
            <a:pPr>
              <a:spcAft>
                <a:spcPts val="100"/>
              </a:spcAft>
              <a:defRPr sz="1300">
                <a:solidFill>
                  <a:srgbClr val="7DD3FC"/>
                </a:solidFill>
                <a:latin typeface="Consolas"/>
              </a:defRPr>
            </a:pPr>
            <a:r>
              <a:t>          "South Goa"</a:t>
            </a:r>
          </a:p>
          <a:p>
            <a:pPr>
              <a:spcAft>
                <a:spcPts val="1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    ]</a:t>
            </a:r>
          </a:p>
          <a:p>
            <a:pPr>
              <a:spcAft>
                <a:spcPts val="1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  },</a:t>
            </a:r>
          </a:p>
          <a:p>
            <a:pPr>
              <a:spcAft>
                <a:spcPts val="100"/>
              </a:spcAft>
              <a:defRPr sz="1300">
                <a:solidFill>
                  <a:srgbClr val="94A3B8"/>
                </a:solidFill>
                <a:latin typeface="Consolas"/>
              </a:defRPr>
            </a:pPr>
            <a:r>
              <a:t>    { "state": "Maharashtra", "districts": ["Ahmednagar", "Akola", ...] }</a:t>
            </a:r>
          </a:p>
          <a:p>
            <a:pPr>
              <a:spcAft>
                <a:spcPts val="1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100"/>
              </a:spcAft>
              <a:defRPr sz="13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86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JSON Data ka Example: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Kaise Kaam Karta Hai?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Step by step samjho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011680"/>
            <a:ext cx="118872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Step 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320040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26517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6366F1"/>
                </a:solidFill>
              </a:defRPr>
            </a:pPr>
            <a:r>
              <a:t>Server Start Karo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Terminal mein likho:</a:t>
            </a:r>
            <a:br/>
            <a:r>
              <a:t>python server.py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11680"/>
            <a:ext cx="1188720" cy="4114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Step 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80760" y="320040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2560320"/>
            <a:ext cx="26517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A855F7"/>
                </a:solidFill>
              </a:defRPr>
            </a:pPr>
            <a:r>
              <a:t>Browser Kholo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Address bar mein likho:</a:t>
            </a:r>
            <a:br/>
            <a:r>
              <a:t>localhost:5000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011680"/>
            <a:ext cx="1188720" cy="4114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Step 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006840" y="320040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560320"/>
            <a:ext cx="26517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34D399"/>
                </a:solidFill>
              </a:defRPr>
            </a:pPr>
            <a:r>
              <a:t>State Naam Likho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Search box mein state</a:t>
            </a:r>
            <a:br/>
            <a:r>
              <a:t>ka naam type karo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2011680"/>
            <a:ext cx="11887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Step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560320"/>
            <a:ext cx="26517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FB923C"/>
                </a:solidFill>
              </a:defRPr>
            </a:pPr>
            <a:r>
              <a:t>Results Dekho</a:t>
            </a:r>
          </a:p>
          <a:p>
            <a:pPr>
              <a:spcAft>
                <a:spcPts val="400"/>
              </a:spcAft>
              <a:defRPr sz="600" b="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8FAFC"/>
                </a:solidFill>
              </a:defRPr>
            </a:pPr>
            <a:r>
              <a:t>Screen par saare districts</a:t>
            </a:r>
            <a:br/>
            <a:r>
              <a:t>list mein dikhai denge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7899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34D399"/>
                </a:solidFill>
              </a:defRPr>
            </a:pPr>
            <a:r>
              <a:t>Yaad rakho: server.py chalao -&gt; browser mein localhost:5000 kholo -&gt; search karo -&gt; results dekho!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3657600"/>
            <a:ext cx="6400800" cy="64008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0" b="1">
                <a:solidFill>
                  <a:srgbClr val="F8FAFC"/>
                </a:solidFill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94A3B8"/>
                </a:solidFill>
              </a:defRPr>
            </a:pPr>
            <a:r>
              <a:t>Any 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023360"/>
            <a:ext cx="2743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48056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366F1"/>
                </a:solidFill>
              </a:defRPr>
            </a:pPr>
            <a:r>
              <a:t>Harshit  &amp;  Golu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Maa Bharti PG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